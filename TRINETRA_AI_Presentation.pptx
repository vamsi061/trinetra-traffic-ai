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C0392B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474720"/>
            <a:ext cx="2743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AI-Powered Traffic Enforcement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</a:defRPr>
            </a:pPr>
            <a:r>
              <a:t>TRINETRA AI  |  Hackathon Submission  |  v3.0.0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594360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Large volumes of traffic images are generated daily from surveillance cameras.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Manual inspection to identify violations is labor-intensive, time-consuming,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and prone to inconsistencies.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 intelligent system is needed to: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Automatically process traffic images and detect vehicles &amp; road users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Identify and classify traffic violations with confidence scores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Generate annotated evidence for review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Be robust to varying light, weather, traffic density, and image quality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Maintain high accuracy and scalability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Our Solution — TRINETRA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complete computer-vision pipeline for traffic violation detection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Image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Quality assessment, enhancement for low-light, rain, shadows, blur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YOLOv8s: vehicles, motorcycles, persons, buses, trucks, auto-rickshaws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Traffic Violation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types: Helmet (Beta), Triple Riding, Overloading, Seatbelt, Wrong Side, Red Light, Stop 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Violation 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Categorize violations with confidence scores and severity bands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License Plate Recognition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OCR-based number plate detection and text extraction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Evidence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with callouts, legend, confidence scores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Analytics &amp; Reporting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09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statistics, trends, repeat-offender tracking, searchable records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Image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Enhancing image quality and normalizing inputs for robust detection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Low-Light Enhancement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Adaptive brightness correction for dark/night-time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Deblurring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Motion blur reduction for fast-moving vehicles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Dehazing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Haze and fog removal for adverse weather conditions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Contrast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Histogram equalization to improve feature visibility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Noise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Median filtering to suppress sensor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Shadow Removal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Shadow compensation to avoid false positives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Detecting and localizing all road users with YOLOv8s (COCO-trained)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Multi-class detection: person, car, motorcycle, bus, truck, bicycle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Detection confidence scoring with configurable thresholds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118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Instance tracking: each detection assigned a unique instance 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6052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Distance-based rider association for motorcycles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Pedestrian detection and background filtering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4-tier detection engine architecture (YOLO built-in + 3 zero-shot options)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►  Automatic fallback between engines if one fails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Traffic Violation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7 violation types detected with confidence scoring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No Helmet [BETA]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Motorcycle riders without helmets.</a:t>
            </a:r>
            <a:br/>
            <a:r>
              <a:t>YOLO helmet classifier (Beta) + HSV fallback.</a:t>
            </a:r>
            <a:br/>
            <a:r>
              <a:t>Confidence range: 50-90%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1945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Triple Riding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3+ riders per motorcycle via</a:t>
            </a:r>
            <a:br/>
            <a:r>
              <a:t>distance-based rider association.</a:t>
            </a:r>
            <a:br/>
            <a:r>
              <a:t>Confidence range: 75-85%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1945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</a:defRPr>
            </a:pPr>
            <a:r>
              <a:t>Overloading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4-5 = Overloading, 10-12 = Extreme.</a:t>
            </a:r>
            <a:br/>
            <a:r>
              <a:t>Excessive occupant classification.</a:t>
            </a:r>
            <a:br/>
            <a:r>
              <a:t>Confidence range: 95-98%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2194560"/>
            <a:ext cx="27432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</a:defRPr>
            </a:pPr>
            <a:r>
              <a:t>Seatbelt Violation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 driver without seatbelt.</a:t>
            </a:r>
            <a:br/>
            <a:r>
              <a:t>Auto-rickshaw FP filter by size.</a:t>
            </a:r>
            <a:br/>
            <a:r>
              <a:t>Confidence range: 30-60%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Wrong-Side Driving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on wrong road side.</a:t>
            </a:r>
            <a:br/>
            <a:r>
              <a:t>Lane-angle analysis algorithm.</a:t>
            </a:r>
            <a:br/>
            <a:r>
              <a:t>Confidence range: 60-85%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91840" y="4389120"/>
            <a:ext cx="27432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Red-Light Violation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during red signal.</a:t>
            </a:r>
            <a:br/>
            <a:r>
              <a:t>Traffic light + stop line analysis.</a:t>
            </a:r>
            <a:br/>
            <a:r>
              <a:t>Confidence range: 70-90%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389120"/>
            <a:ext cx="2743200" cy="36576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</a:defRPr>
            </a:pPr>
            <a:r>
              <a:t>Stop-Line Violation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designated stop line.</a:t>
            </a:r>
            <a:br/>
            <a:r>
              <a:t>Y-coordinate + bbox overlap check.</a:t>
            </a:r>
            <a:br/>
            <a:r>
              <a:t>Confidence range: 50-80%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0" y="4389120"/>
            <a:ext cx="2743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Illegal Parking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in restricted/no-parking zone.</a:t>
            </a:r>
            <a:br/>
            <a:r>
              <a:t>Spatial context + curb detection.</a:t>
            </a:r>
            <a:br/>
            <a:r>
              <a:t>Confidence: situational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Classification &amp; Confidence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Every detection is categorized, scored, and prioritized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predefined violation classes with automatic categorization.</a:t>
            </a:r>
            <a:br/>
            <a:r>
              <a:t>Scene-specific classifiers for each violation type.</a:t>
            </a:r>
            <a:br/>
            <a:r>
              <a:t>Multi-violation support per image.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Confidence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Numerical confidence (0-100%) per detection.</a:t>
            </a:r>
            <a:br/>
            <a:r>
              <a:t>Confidence bands: High (80%+), Medium (60-80%), Low (&lt;60%).</a:t>
            </a:r>
            <a:br/>
            <a:r>
              <a:t>Configurable per-violation thresholds.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Severity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Risk score computation from violation weights.</a:t>
            </a:r>
            <a:br/>
            <a:r>
              <a:t>Risk bands: LOW (0-25), MODERATE (26-50), HIGH (51-75), CRITICAL (76-100).</a:t>
            </a:r>
            <a:br/>
            <a:r>
              <a:t>Repeat-offender score multipliers.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Explainable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Natural-language reason for every violation.</a:t>
            </a:r>
            <a:br/>
            <a:r>
              <a:t>Confidence band &amp; reliability indicator.</a:t>
            </a:r>
            <a:br/>
            <a:r>
              <a:t>Human review status &amp; officer priority flag.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License Plate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OCR-based number plate detection and registration text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00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1.  Plate detection using YOLO-based region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2.  OCR engine extracts alphanumeric registration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3.  Confidence scoring for extracted plate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4.  Plate visibility assessment: High / Medium / 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5.  Enhancement pipeline for low-resolution or angled plates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504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6.  Plate text used for vehicle identification &amp; repeat-offender lookup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Producing annotated images with violation metadata &amp; timestamps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Annotated Evidence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Numbered callout circles on each violating vehicle</a:t>
            </a:r>
            <a:br/>
            <a:r>
              <a:t>Colored halos matching vehicle type</a:t>
            </a:r>
            <a:br/>
            <a:r>
              <a:t>Violation legend panel</a:t>
            </a:r>
            <a:br/>
            <a:r>
              <a:t>Footer summary bar with violation counts</a:t>
            </a:r>
            <a:br/>
            <a:r>
              <a:t>Scene markers (stop lines, traffic lights)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Violation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Timestamps and location data</a:t>
            </a:r>
            <a:br/>
            <a:r>
              <a:t>Vehicle type and instance IDs</a:t>
            </a:r>
            <a:br/>
            <a:r>
              <a:t>Confidence scores per violation</a:t>
            </a:r>
            <a:br/>
            <a:r>
              <a:t>Unique detection instance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PDF Evidence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Vehicle column with instance IDs</a:t>
            </a:r>
            <a:br/>
            <a:r>
              <a:t>Violation type, confidence, vehicle info</a:t>
            </a:r>
            <a:br/>
            <a:r>
              <a:t>Professional table layout for records</a:t>
            </a:r>
            <a:br/>
            <a:r>
              <a:t>Printable format for officer 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Metadata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SQLite database records per violation</a:t>
            </a:r>
            <a:br/>
            <a:r>
              <a:t>Searchable by vehicle number, type, date</a:t>
            </a:r>
            <a:br/>
            <a:r>
              <a:t>Evidence path linking to annotated image</a:t>
            </a:r>
            <a:br/>
            <a:r>
              <a:t>Review status tracking (approved/rejected)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Analytics &amp;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Violation statistics, trends, searchable records, and repeat-offender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Violation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KPIs: total images, detection rate, review rate</a:t>
            </a:r>
            <a:br/>
            <a:r>
              <a:t>Per-violation type breakdown</a:t>
            </a:r>
            <a:br/>
            <a:r>
              <a:t>Dashboard with 10 metric panels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Trend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Daily, monthly, hourly violation trends</a:t>
            </a:r>
            <a:br/>
            <a:r>
              <a:t>Type-wise distribution charts</a:t>
            </a:r>
            <a:br/>
            <a:r>
              <a:t>Forecast predictions for high-risk periods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Searchable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Filter by vehicle number, violation type, date, location</a:t>
            </a:r>
            <a:br/>
            <a:r>
              <a:t>Paginated results with evidence link</a:t>
            </a:r>
            <a:br/>
            <a:r>
              <a:t>Exportable violation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Repeat-Offender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risk profiles with score &amp; status</a:t>
            </a:r>
            <a:br/>
            <a:r>
              <a:t>Watchlist for high-risk offenders</a:t>
            </a:r>
            <a:br/>
            <a:r>
              <a:t>History of prior violations &amp; severities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Hotspot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Location-based violation clustering</a:t>
            </a:r>
            <a:br/>
            <a:r>
              <a:t>Risk level per hotspot (LOW to CRITICAL)</a:t>
            </a:r>
            <a:br/>
            <a:r>
              <a:t>Resource deployment recommendations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Officer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Manual review queue for low-confidence detections</a:t>
            </a:r>
            <a:br/>
            <a:r>
              <a:t>Approve/Reject workflow</a:t>
            </a:r>
            <a:br/>
            <a:r>
              <a:t>Officer priority flags (URGENT/HIGH/MEDIUM/LOW)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End-to-End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Image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Traffic camera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Enhancement &amp; normalization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Detection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YOLO / OwlViT / Gradio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7 types + confidence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License Plate 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Number plate recognition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Annotated images &amp; PDF reports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Analytics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Statistics &amp; repeat-offender 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Approve / Reject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Search &amp;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Filterable violation database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Officer 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Decision support output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No Helmet Detection [BETA]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7404c9dac94543b1b713573cb9a268e0_HELMET_MISSING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HELMET_MISSING_001_evidence_20260620_230253_6451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Motorcycle rider without helmet.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87% | Risk: 30 |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Triple Riding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e6a92a02d13a4cd5b2b3cc2b56f03672_TRIPLE_RIDING_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TRIPLE_RIDING_001_evidence_20260620_230451_8588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3 riders on one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89% | Risk: 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Motorcycle Overloading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ee5f3007f8a94faea3db24c5fe40041b_OVERLOADING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OVERLOADING_001_evidence_20260620_230441_3499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4+ occupants on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95% | Risk: 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Wrong-Side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26d7fe5f9e5d4793954d113e5a3047e6_HELMET_MISSING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HELMET_MISSING_002_evidence_20260620_230304_0001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Vehicle on wrong road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85% | Risk: 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Performance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Prototype metrics on test dataset (Accuracy, Precision, Recall)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Images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Vehicle Detection</a:t>
            </a:r>
            <a:br/>
            <a: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OCR Success</a:t>
            </a:r>
            <a:br/>
            <a:r>
              <a:t>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Helmet Assessment</a:t>
            </a:r>
            <a:br/>
            <a:r>
              <a:t>Precision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Violation Detection</a:t>
            </a:r>
            <a:br/>
            <a:r>
              <a:t>Recall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Human Review</a:t>
            </a:r>
            <a:br/>
            <a:r>
              <a:t>Flag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YOLOv8s inference: ~700ms per image | Auto engine fallback ensures availability | Scalable via stateless API design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User Interface — Dashboard &amp;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Upload &amp; Analyze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Drop image, select detection engine,</a:t>
            </a:r>
            <a:br/>
            <a:r>
              <a:t>view side-by-side source vs evidence.</a:t>
            </a:r>
            <a:br/>
            <a:r>
              <a:t>Executive summary panel with KPIs.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Violation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Type badge, confidence score, severity,</a:t>
            </a:r>
            <a:br/>
            <a:r>
              <a:t>priority, explainable AI reason, and</a:t>
            </a:r>
            <a:br/>
            <a:r>
              <a:t>enforcement recommendation per violation.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Validation &amp;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Approve/Reject workflow for flagged</a:t>
            </a:r>
            <a:br/>
            <a:r>
              <a:t>violations. Side-by-side image</a:t>
            </a:r>
            <a:br/>
            <a:r>
              <a:t>comparison with original upload.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Intelligence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trends, hotspot heatmaps,</a:t>
            </a:r>
            <a:br/>
            <a:r>
              <a:t>repeat-offender profiles, watchlist,</a:t>
            </a:r>
            <a:br/>
            <a:r>
              <a:t>and predictive forecast charts.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Detection Engine — 4-Tier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Built-in YOLOv8 + zero-shot fallback engines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YOLOv8 (Built-in)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Always available, no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Car, motorcycle, person, bus, truck, bicycle  |  COCO-trained, &lt;1s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6888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✓ Always Ready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7498079" y="315468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OwlViT HF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Serverless, needs HF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Any object by name (zero-shot)  |  Fast cloud inference, no GPU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56616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✓ Configurable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498079" y="425196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48056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OwlViT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On-device offline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after model download  |  GPU acceleration supported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66344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78BFA"/>
                </a:solidFill>
              </a:defRPr>
            </a:pPr>
            <a:r>
              <a:t>✓ Configurable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498079" y="534924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557784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Gradio Cloud GPU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978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NVIDIA HF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26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via cloud GPU  |  Fallback if GPU quota allows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6072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⚠️ Best Effort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Scalability &amp;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Designed for varying conditions, traffic densities, and deployment scales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Environmental Robustness: Preprocessing pipeline handles low light, rain, haze, shadows, motion blur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90672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6382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Traffic Density Adaptation: Confidence thresholds adjust automatically; crowded-scene flag for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03904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Detection Fallback: 4 engines with automatic fallback — if one fails, the next takes 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17136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902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Image Quality Assessment: Quality score (Good/Fair/Poor) gates downstream processing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30368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03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Stateless API Design: No session state — horizontally scalable across servers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43600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01675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Configurable Thresholds: Per-violation confidence thresholds tunable without code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Expected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scalable AI-based traffic image analysis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Automated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591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Traffic images are automatically analyzed without manual intervention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535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 detected, classified, and scored with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54787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+ PDF reports with full violation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Reduced Manual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14223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AI pre-screening flags only low-confidence cases for human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Improved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73659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Standardized violation classification and severity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Actionable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3309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Trends, hotspots, repeat-offender tracking for informed enforcement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85216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Scalable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9253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Serverless API design ready for integration with existing camera infrastructure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C0392B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926080"/>
            <a:ext cx="21031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TRINETRA AI  |  v3.0.0  |  AI-Powered Traffic Enforcement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5943600"/>
            <a:ext cx="39319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