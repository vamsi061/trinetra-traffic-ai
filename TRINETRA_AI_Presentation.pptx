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C0392B"/>
                </a:solidFill>
              </a:defRPr>
            </a:pPr>
            <a:r>
              <a:t>Automated Photo Identification and Classification</a:t>
            </a:r>
            <a:br/>
            <a:r>
              <a:t>for Traffic Violations Using Computer Vision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3474720"/>
            <a:ext cx="274320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AI-Powered Traffic Enforcement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</a:defRPr>
            </a:pPr>
            <a:r>
              <a:t>TRINETRA AI  |  Hackathon Submission  |  v3.0.0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0" y="5943600"/>
            <a:ext cx="274320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Large volumes of traffic images are generated daily from surveillance cameras.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Manual inspection to identify violations is labor-intensive, time-consuming,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and prone to inconsistencies.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An intelligent system is needed to: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• Automatically process traffic images and detect vehicles &amp; road users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• Identify and classify traffic violations with confidence scores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• Generate annotated evidence for review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• Be robust to varying light, weather, traffic density, and image quality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• Maintain high accuracy and scalability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Our Solution — TRINETRA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A complete computer-vision pipeline for traffic violation detection &amp; classification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5394960" cy="10058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</a:defRPr>
            </a:pPr>
            <a:r>
              <a:t>Image Preprocessing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Quality assessment, enhancement for low-light, rain, shadows, blur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286000"/>
            <a:ext cx="5394960" cy="10058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377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</a:defRPr>
            </a:pPr>
            <a:r>
              <a:t>Vehicle &amp; Road User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43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YOLOv8s: vehicles, motorcycles, persons, buses, trucks, auto-rickshaws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5394960" cy="10058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</a:defRPr>
            </a:pPr>
            <a:r>
              <a:t>Traffic Violation 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7 violation types: Helmet, Triple Riding, Overloading, Seatbelt, Wrong Side, Red Light, Stop 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474720"/>
            <a:ext cx="5394960" cy="10058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566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</a:defRPr>
            </a:pPr>
            <a:r>
              <a:t>Violation Classification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31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Categorize violations with confidence scores and severity bands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63440"/>
            <a:ext cx="5394960" cy="10058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754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</a:defRPr>
            </a:pPr>
            <a:r>
              <a:t>License Plate Recognition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1206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OCR-based number plate detection and text extraction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663440"/>
            <a:ext cx="5394960" cy="10058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754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</a:defRPr>
            </a:pPr>
            <a:r>
              <a:t>Evidence Generation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1206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Annotated images with callouts, legend, confidence scores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852160"/>
            <a:ext cx="5394960" cy="10058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</a:defRPr>
            </a:pPr>
            <a:r>
              <a:t>Analytics &amp; Reporting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309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Violation statistics, trends, repeat-offender tracking, searchable records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Image Preprocessing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Enhancing image quality and normalizing inputs for robust detection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77440"/>
            <a:ext cx="3566160" cy="1645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35661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</a:defRPr>
            </a:pPr>
            <a:r>
              <a:t>Low-Light Enhancement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Adaptive brightness correction for dark/night-time images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377440"/>
            <a:ext cx="3566160" cy="1645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2377440"/>
            <a:ext cx="35661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</a:defRPr>
            </a:pPr>
            <a:r>
              <a:t>Deblurring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9260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Motion blur reduction for fast-moving vehicles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377440"/>
            <a:ext cx="3566160" cy="1645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2377440"/>
            <a:ext cx="35661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</a:defRPr>
            </a:pPr>
            <a:r>
              <a:t>Dehazing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9260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Haze and fog removal for adverse weather conditions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389120"/>
            <a:ext cx="3566160" cy="1645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89120"/>
            <a:ext cx="35661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526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</a:defRPr>
            </a:pPr>
            <a:r>
              <a:t>Contrast Enhancement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9377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Histogram equalization to improve feature visibility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4389120"/>
            <a:ext cx="3566160" cy="1645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4389120"/>
            <a:ext cx="35661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4526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</a:defRPr>
            </a:pPr>
            <a:r>
              <a:t>Noise Reduction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9377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Median filtering to suppress sensor noise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4389120"/>
            <a:ext cx="3566160" cy="1645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4389120"/>
            <a:ext cx="35661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4526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</a:defRPr>
            </a:pPr>
            <a:r>
              <a:t>Shadow Removal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9377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Shadow compensation to avoid false positives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Vehicle &amp; Road User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Detecting and localizing all road users with YOLOv8s (COCO-trained)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05156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►  Multi-class detection: person, car, motorcycle, bus, truck, bicycle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105156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►  Detection confidence scoring with configurable thresholds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105156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61188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►  Instance tracking: each detection assigned a unique instance 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60520"/>
            <a:ext cx="105156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0624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►  Distance-based rider association for motorcycles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754880"/>
            <a:ext cx="105156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►  Pedestrian detection and background filtering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49240"/>
            <a:ext cx="105156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9496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►  4-tier detection engine architecture (YOLO built-in + 3 zero-shot options)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943600"/>
            <a:ext cx="105156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98932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►  Automatic fallback between engines if one fails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Traffic Violation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7 violation types detected with confidence scoring &amp; classification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19456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194560"/>
            <a:ext cx="274320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</a:defRPr>
            </a:pPr>
            <a:r>
              <a:t>No Helmet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9748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Motorcycle riders without helmets.</a:t>
            </a:r>
            <a:br/>
            <a:r>
              <a:t>YOLO helmet classifier + color analysis.</a:t>
            </a:r>
            <a:br/>
            <a:r>
              <a:t>Confidence range: 80-98%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19456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2194560"/>
            <a:ext cx="27432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2331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Triple Riding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69748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3+ riders per motorcycle via</a:t>
            </a:r>
            <a:br/>
            <a:r>
              <a:t>distance-based rider association.</a:t>
            </a:r>
            <a:br/>
            <a:r>
              <a:t>Confidence range: 75-85%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19456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2194560"/>
            <a:ext cx="27432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331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97316"/>
                </a:solidFill>
              </a:defRPr>
            </a:pPr>
            <a:r>
              <a:t>Overloading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69748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4-5 = Overloading, 10-12 = Extreme.</a:t>
            </a:r>
            <a:br/>
            <a:r>
              <a:t>Excessive occupant classification.</a:t>
            </a:r>
            <a:br/>
            <a:r>
              <a:t>Confidence range: 95-98%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19456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0" y="2194560"/>
            <a:ext cx="2743200" cy="3657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2331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</a:defRPr>
            </a:pPr>
            <a:r>
              <a:t>Seatbelt Violation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69748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Car driver without seatbelt.</a:t>
            </a:r>
            <a:br/>
            <a:r>
              <a:t>Auto-rickshaw FP filter by size.</a:t>
            </a:r>
            <a:br/>
            <a:r>
              <a:t>Confidence range: 30-60%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38912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389120"/>
            <a:ext cx="27432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526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Wrong-Side Driving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9204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Vehicle on wrong road side.</a:t>
            </a:r>
            <a:br/>
            <a:r>
              <a:t>Lane-angle analysis algorithm.</a:t>
            </a:r>
            <a:br/>
            <a:r>
              <a:t>Confidence range: 60-85%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438912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91840" y="4389120"/>
            <a:ext cx="274320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0" y="4526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</a:defRPr>
            </a:pPr>
            <a:r>
              <a:t>Red-Light Violation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89204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Vehicle crossing during red signal.</a:t>
            </a:r>
            <a:br/>
            <a:r>
              <a:t>Traffic light + stop line analysis.</a:t>
            </a:r>
            <a:br/>
            <a:r>
              <a:t>Confidence range: 70-90%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438912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4389120"/>
            <a:ext cx="2743200" cy="36576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4526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CA3AF"/>
                </a:solidFill>
              </a:defRPr>
            </a:pPr>
            <a:r>
              <a:t>Stop-Line Violation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89204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Vehicle crossing designated stop line.</a:t>
            </a:r>
            <a:br/>
            <a:r>
              <a:t>Y-coordinate + bbox overlap check.</a:t>
            </a:r>
            <a:br/>
            <a:r>
              <a:t>Confidence range: 50-80%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0" y="438912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44000" y="4389120"/>
            <a:ext cx="27432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35440" y="4526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Illegal Parking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489204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Vehicle in restricted/no-parking zone.</a:t>
            </a:r>
            <a:br/>
            <a:r>
              <a:t>Spatial context + curb detection.</a:t>
            </a:r>
            <a:br/>
            <a:r>
              <a:t>Confidence: situational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Violation Classification &amp; Confidence 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Every detection is categorized, scored, and prioritized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7 predefined violation classes with automatic categorization.</a:t>
            </a:r>
            <a:br/>
            <a:r>
              <a:t>Scene-specific classifiers for each violation type.</a:t>
            </a:r>
            <a:br/>
            <a:r>
              <a:t>Multi-violation support per image.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28600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377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Confidence Scoring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8892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Numerical confidence (0-100%) per detection.</a:t>
            </a:r>
            <a:br/>
            <a:r>
              <a:t>Confidence bands: High (80%+), Medium (60-80%), Low (&lt;60%).</a:t>
            </a:r>
            <a:br/>
            <a:r>
              <a:t>Configurable per-violation thresholds.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8056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Severity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Risk score computation from violation weights.</a:t>
            </a:r>
            <a:br/>
            <a:r>
              <a:t>Risk bands: LOW (0-25), MODERATE (26-50), HIGH (51-75), CRITICAL (76-100).</a:t>
            </a:r>
            <a:br/>
            <a:r>
              <a:t>Repeat-offender score multipliers.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48056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Explainable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98348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Natural-language reason for every violation.</a:t>
            </a:r>
            <a:br/>
            <a:r>
              <a:t>Confidence band &amp; reliability indicator.</a:t>
            </a:r>
            <a:br/>
            <a:r>
              <a:t>Human review status &amp; officer priority flag.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License Plate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OCR-based number plate detection and registration text extraction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105156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5000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1.  Plate detection using YOLO-based region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105156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9008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2.  OCR engine extracts alphanumeric registration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105156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63016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3.  Confidence scoring for extracted plate text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06240"/>
            <a:ext cx="105156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4.  Plate visibility assessment: High / Medium / 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46320"/>
            <a:ext cx="105156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91032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5.  Enhancement pipeline for low-resolution or angled plates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486400"/>
            <a:ext cx="105156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55040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6.  Plate text used for vehicle identification &amp; repeat-offender lookup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Evidence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Producing annotated images with violation metadata &amp; timestamps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Annotated Evidence Image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Numbered callout circles on each violating vehicle</a:t>
            </a:r>
            <a:br/>
            <a:r>
              <a:t>Colored halos matching vehicle type</a:t>
            </a:r>
            <a:br/>
            <a:r>
              <a:t>Violation legend panel</a:t>
            </a:r>
            <a:br/>
            <a:r>
              <a:t>Footer summary bar with violation counts</a:t>
            </a:r>
            <a:br/>
            <a:r>
              <a:t>Scene markers (stop lines, traffic lights)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28600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377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Violation Metadata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8892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Timestamps and location data</a:t>
            </a:r>
            <a:br/>
            <a:r>
              <a:t>Vehicle type and instance IDs</a:t>
            </a:r>
            <a:br/>
            <a:r>
              <a:t>Confidence scores per violation</a:t>
            </a:r>
            <a:br/>
            <a:r>
              <a:t>Unique detection instance tracking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8056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PDF Evidence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Vehicle column with instance IDs</a:t>
            </a:r>
            <a:br/>
            <a:r>
              <a:t>Violation type, confidence, vehicle info</a:t>
            </a:r>
            <a:br/>
            <a:r>
              <a:t>Professional table layout for records</a:t>
            </a:r>
            <a:br/>
            <a:r>
              <a:t>Printable format for officer use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48056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Metadata Storage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98348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SQLite database records per violation</a:t>
            </a:r>
            <a:br/>
            <a:r>
              <a:t>Searchable by vehicle number, type, date</a:t>
            </a:r>
            <a:br/>
            <a:r>
              <a:t>Evidence path linking to annotated image</a:t>
            </a:r>
            <a:br/>
            <a:r>
              <a:t>Review status tracking (approved/rejected)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Analytics &amp;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Violation statistics, trends, searchable records, and repeat-offender tracking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194560"/>
            <a:ext cx="3566160" cy="20116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286000"/>
            <a:ext cx="33832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Violation Statistics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974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KPIs: total images, detection rate, review rate</a:t>
            </a:r>
            <a:br/>
            <a:r>
              <a:t>Per-violation type breakdown</a:t>
            </a:r>
            <a:br/>
            <a:r>
              <a:t>Dashboard with 10 metric panels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194560"/>
            <a:ext cx="3566160" cy="20116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3832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Trend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6974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Daily, monthly, hourly violation trends</a:t>
            </a:r>
            <a:br/>
            <a:r>
              <a:t>Type-wise distribution charts</a:t>
            </a:r>
            <a:br/>
            <a:r>
              <a:t>Forecast predictions for high-risk periods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194560"/>
            <a:ext cx="3566160" cy="20116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38160" y="2286000"/>
            <a:ext cx="33832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Searchable 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6974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Filter by vehicle number, violation type, date, location</a:t>
            </a:r>
            <a:br/>
            <a:r>
              <a:t>Paginated results with evidence link</a:t>
            </a:r>
            <a:br/>
            <a:r>
              <a:t>Exportable violation history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480560"/>
            <a:ext cx="3566160" cy="20116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4572000"/>
            <a:ext cx="33832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617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Repeat-Offender Tracking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9834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Vehicle risk profiles with score &amp; status</a:t>
            </a:r>
            <a:br/>
            <a:r>
              <a:t>Watchlist for high-risk offenders</a:t>
            </a:r>
            <a:br/>
            <a:r>
              <a:t>History of prior violations &amp; severities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06240" y="4480560"/>
            <a:ext cx="3566160" cy="20116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97680" y="4572000"/>
            <a:ext cx="33832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4617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Hotspot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49834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Location-based violation clustering</a:t>
            </a:r>
            <a:br/>
            <a:r>
              <a:t>Risk level per hotspot (LOW to CRITICAL)</a:t>
            </a:r>
            <a:br/>
            <a:r>
              <a:t>Resource deployment recommendations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480560"/>
            <a:ext cx="3566160" cy="20116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38160" y="4572000"/>
            <a:ext cx="33832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80" y="4617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Officer Workflow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80" y="49834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Manual review queue for low-confidence detections</a:t>
            </a:r>
            <a:br/>
            <a:r>
              <a:t>Approve/Reject workflow</a:t>
            </a:r>
            <a:br/>
            <a:r>
              <a:t>Officer priority flags (URGENT/HIGH/MEDIUM/LOW)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End-to-End Processing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957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Image 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Traffic camera input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28600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3957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651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Enhancement &amp; normalization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15468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2644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Detection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520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YOLO / OwlViT / Gradio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15468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2644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Violation Classification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520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7 types + confidence scoring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02336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133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069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License Plate OCR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389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Number plate recognition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402336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4133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069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Evidence Generation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389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Annotated images &amp; PDF reports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89204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0017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4937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Analytics Engine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5257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Statistics &amp; repeat-offender tracking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489204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50017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4937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Human 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5257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Approve / Reject workflow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76072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8704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5806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Search &amp; Records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" y="6126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Filterable violation database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09360" y="576072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58704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0" y="5806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Officer Action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6126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Decision support output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Violation Showcase: No Helmet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Input Image → AI Analysis with annotated evidence</a:t>
            </a:r>
          </a:p>
        </p:txBody>
      </p:sp>
      <p:pic>
        <p:nvPicPr>
          <p:cNvPr id="6" name="Picture 5" descr="7404c9dac94543b1b713573cb9a268e0_HELMET_MISSING_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4560"/>
            <a:ext cx="5303520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C0392B"/>
                </a:solidFill>
              </a:defRPr>
            </a:pPr>
            <a:r>
              <a:t>Input Image</a:t>
            </a:r>
          </a:p>
        </p:txBody>
      </p:sp>
      <p:pic>
        <p:nvPicPr>
          <p:cNvPr id="8" name="Picture 7" descr="HELMET_MISSING_001_evidence_20260620_230253_6451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94560"/>
            <a:ext cx="5303520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34D399"/>
                </a:solidFill>
              </a:defRPr>
            </a:pPr>
            <a:r>
              <a:t>AI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286000"/>
            <a:ext cx="3474720" cy="12801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Motorcycle rider without helmet.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6517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Confidence: 87% | Risk: 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6576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Numbered callout circles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8862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Violation legend panel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1148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Vehicle instance IDs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3434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Colored halos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5720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Confidence scores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Violation Showcase: Triple Riding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Input Image → AI Analysis with annotated evidence</a:t>
            </a:r>
          </a:p>
        </p:txBody>
      </p:sp>
      <p:pic>
        <p:nvPicPr>
          <p:cNvPr id="6" name="Picture 5" descr="e6a92a02d13a4cd5b2b3cc2b56f03672_TRIPLE_RIDING_00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4560"/>
            <a:ext cx="5303520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C0392B"/>
                </a:solidFill>
              </a:defRPr>
            </a:pPr>
            <a:r>
              <a:t>Input Image</a:t>
            </a:r>
          </a:p>
        </p:txBody>
      </p:sp>
      <p:pic>
        <p:nvPicPr>
          <p:cNvPr id="8" name="Picture 7" descr="TRIPLE_RIDING_001_evidence_20260620_230451_85887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94560"/>
            <a:ext cx="5303520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34D399"/>
                </a:solidFill>
              </a:defRPr>
            </a:pPr>
            <a:r>
              <a:t>AI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286000"/>
            <a:ext cx="3474720" cy="12801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3 riders on one motorcycle.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6517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Confidence: 89% | Risk: 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6576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Numbered callout circles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8862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Violation legend panel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1148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Vehicle instance IDs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3434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Colored halos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5720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Confidence scores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Violation Showcase: Motorcycle Overloading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Input Image → AI Analysis with annotated evidence</a:t>
            </a:r>
          </a:p>
        </p:txBody>
      </p:sp>
      <p:pic>
        <p:nvPicPr>
          <p:cNvPr id="6" name="Picture 5" descr="ee5f3007f8a94faea3db24c5fe40041b_OVERLOADING_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4560"/>
            <a:ext cx="5303520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C0392B"/>
                </a:solidFill>
              </a:defRPr>
            </a:pPr>
            <a:r>
              <a:t>Input Image</a:t>
            </a:r>
          </a:p>
        </p:txBody>
      </p:sp>
      <p:pic>
        <p:nvPicPr>
          <p:cNvPr id="8" name="Picture 7" descr="OVERLOADING_001_evidence_20260620_230441_34997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94560"/>
            <a:ext cx="5303520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34D399"/>
                </a:solidFill>
              </a:defRPr>
            </a:pPr>
            <a:r>
              <a:t>AI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286000"/>
            <a:ext cx="3474720" cy="12801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4+ occupants on motorcycle.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6517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Confidence: 95% | Risk: 95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6576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Numbered callout circles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8862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Violation legend panel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1148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Vehicle instance IDs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3434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Colored halos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5720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Confidence scores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Violation Showcase: Wrong-Side Driving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Input Image → AI Analysis with annotated evidence</a:t>
            </a:r>
          </a:p>
        </p:txBody>
      </p:sp>
      <p:pic>
        <p:nvPicPr>
          <p:cNvPr id="6" name="Picture 5" descr="26d7fe5f9e5d4793954d113e5a3047e6_HELMET_MISSING_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4560"/>
            <a:ext cx="5303520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C0392B"/>
                </a:solidFill>
              </a:defRPr>
            </a:pPr>
            <a:r>
              <a:t>Input Image</a:t>
            </a:r>
          </a:p>
        </p:txBody>
      </p:sp>
      <p:pic>
        <p:nvPicPr>
          <p:cNvPr id="8" name="Picture 7" descr="HELMET_MISSING_002_evidence_20260620_230304_00013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94560"/>
            <a:ext cx="5303520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34D399"/>
                </a:solidFill>
              </a:defRPr>
            </a:pPr>
            <a:r>
              <a:t>AI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286000"/>
            <a:ext cx="3474720" cy="12801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Vehicle on wrong road side.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6517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Confidence: 85% | Risk: 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6576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Numbered callout circles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8862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Violation legend panel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1148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Vehicle instance IDs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3434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Colored halos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5720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Confidence scores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Performance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Prototype metrics on test dataset (Accuracy, Precision, Recall)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Images Tested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8600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0175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Vehicle Detection</a:t>
            </a:r>
            <a:br/>
            <a:r>
              <a:t>Accuracy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28600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4231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89%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0175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OCR Success</a:t>
            </a:r>
            <a:br/>
            <a:r>
              <a:t>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3192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84%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634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Helmet Assessment</a:t>
            </a:r>
            <a:br/>
            <a:r>
              <a:t>Precision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93192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0690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87%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6634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Violation Detection</a:t>
            </a:r>
            <a:br/>
            <a:r>
              <a:t>Recall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393192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40690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91%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6634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Human Review</a:t>
            </a:r>
            <a:br/>
            <a:r>
              <a:t>Flag 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69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YOLOv8s inference: ~700ms per image | Auto engine fallback ensures availability | Scalable via stateless API design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User Interface — Dashboard &amp;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52120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23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Upload &amp; Analyze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3464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Drop image, select detection engine,</a:t>
            </a:r>
            <a:br/>
            <a:r>
              <a:t>view side-by-side source vs evidence.</a:t>
            </a:r>
            <a:br/>
            <a:r>
              <a:t>Executive summary panel with KPIs.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28600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2377440"/>
            <a:ext cx="52120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423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Violation Cards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83464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Type badge, confidence score, severity,</a:t>
            </a:r>
            <a:br/>
            <a:r>
              <a:t>priority, explainable AI reason, and</a:t>
            </a:r>
            <a:br/>
            <a:r>
              <a:t>enforcement recommendation per violation.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8056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4572000"/>
            <a:ext cx="52120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6177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Validation &amp;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02920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Approve/Reject workflow for flagged</a:t>
            </a:r>
            <a:br/>
            <a:r>
              <a:t>violations. Side-by-side image</a:t>
            </a:r>
            <a:br/>
            <a:r>
              <a:t>comparison with original upload.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48056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4572000"/>
            <a:ext cx="52120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6177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Intelligence Center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502920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Violation trends, hotspot heatmaps,</a:t>
            </a:r>
            <a:br/>
            <a:r>
              <a:t>repeat-offender profiles, watchlist,</a:t>
            </a:r>
            <a:br/>
            <a:r>
              <a:t>and predictive forecast charts.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Detection Engine — 4-Tier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Built-in YOLOv8 + zero-shot fallback engines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5303520" cy="9144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4D399"/>
                </a:solidFill>
              </a:defRPr>
            </a:pPr>
            <a:r>
              <a:t>YOLOv8 (Built-in)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Always available, no 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Car, motorcycle, person, bus, truck, bicycle  |  COCO-trained, &lt;1s inference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68880"/>
            <a:ext cx="228600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514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✓ Always Ready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7498079" y="3154680"/>
            <a:ext cx="274320" cy="182880"/>
          </a:xfrm>
          <a:prstGeom prst="downArrow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3383280"/>
            <a:ext cx="5303520" cy="9144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4290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</a:defRPr>
            </a:pPr>
            <a:r>
              <a:t>OwlViT HF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70332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Serverless, needs HF token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319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Any object by name (zero-shot)  |  Fast cloud inference, no GPU needed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566160"/>
            <a:ext cx="228600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6118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B82F6"/>
                </a:solidFill>
              </a:defRPr>
            </a:pPr>
            <a:r>
              <a:t>✓ Configurable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7498079" y="4251960"/>
            <a:ext cx="274320" cy="182880"/>
          </a:xfrm>
          <a:prstGeom prst="downArrow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4480560"/>
            <a:ext cx="5303520" cy="9144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5262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78BFA"/>
                </a:solidFill>
              </a:defRPr>
            </a:pPr>
            <a:r>
              <a:t>OwlViT Local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80060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On-device offline inference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0292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Zero-shot after model download  |  GPU acceleration supported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4663440"/>
            <a:ext cx="228600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A78BFA"/>
                </a:solidFill>
              </a:defRPr>
            </a:pPr>
            <a:r>
              <a:t>✓ Configurable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498079" y="5349240"/>
            <a:ext cx="274320" cy="182880"/>
          </a:xfrm>
          <a:prstGeom prst="downArrow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520" y="5577840"/>
            <a:ext cx="5303520" cy="9144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6235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</a:defRPr>
            </a:pPr>
            <a:r>
              <a:t>Gradio Cloud GPU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89788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NVIDIA HF space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61264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Zero-shot via cloud GPU  |  Fallback if GPU quota allows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5760720"/>
            <a:ext cx="228600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806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⚠️ Best Effort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Scalability &amp; Robustness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Designed for varying conditions, traffic densities, and deployment scales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0515600" cy="5943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Environmental Robustness: Preprocessing pipeline handles low light, rain, haze, shadows, motion blur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90672"/>
            <a:ext cx="10515600" cy="59436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63824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Traffic Density Adaptation: Confidence thresholds adjust automatically; crowded-scene flag for review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03904"/>
            <a:ext cx="10515600" cy="5943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77056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Detection Fallback: 4 engines with automatic fallback — if one fails, the next takes over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17136"/>
            <a:ext cx="10515600" cy="59436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59028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Image Quality Assessment: Quality score (Good/Fair/Poor) gates downstream processing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30368"/>
            <a:ext cx="10515600" cy="5943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035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Stateless API Design: No session state — horizontally scalable across servers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943600"/>
            <a:ext cx="10515600" cy="59436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6016752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Configurable Thresholds: Per-violation confidence thresholds tunable without code changes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Expected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A scalable AI-based traffic image analysis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2004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5915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Automated 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35915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Traffic images are automatically analyzed without manual intervention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80360"/>
            <a:ext cx="32004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95351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Violation Identification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95351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7 violation types detected, classified, and scored with confidence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74720"/>
            <a:ext cx="32004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4787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Evidence Documentation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54787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Annotated images + PDF reports with full violation metadata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69080"/>
            <a:ext cx="32004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4223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Reduced Manual Effort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14223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AI pre-screening flags only low-confidence cases for human review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663440"/>
            <a:ext cx="32004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73659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Improved Consistency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73659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Standardized violation classification and severity scoring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32004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33095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Actionable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533095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Trends, hotspots, repeat-offender tracking for informed enforcement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852160"/>
            <a:ext cx="32004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92531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Scalable 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592531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Serverless API design ready for integration with existing camera infrastructure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C0392B"/>
                </a:solidFill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2926080"/>
            <a:ext cx="210312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Automated Photo Identification and Classification</a:t>
            </a:r>
            <a:br/>
            <a:r>
              <a:t>for Traffic Violations Using Computer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</a:defRPr>
            </a:pPr>
            <a:r>
              <a:t>TRINETRA AI  |  v3.0.0  |  AI-Powered Traffic Enforcement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5943600"/>
            <a:ext cx="393192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